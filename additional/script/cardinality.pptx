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in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430000" cy="42341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
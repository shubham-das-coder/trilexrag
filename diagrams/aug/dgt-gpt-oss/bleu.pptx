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le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11430000" cy="69907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
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te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1430000" cy="71563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